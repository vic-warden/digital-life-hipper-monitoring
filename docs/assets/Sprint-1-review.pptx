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77" r:id="rId6"/>
    <p:sldId id="294" r:id="rId7"/>
    <p:sldId id="296" r:id="rId8"/>
    <p:sldId id="297" r:id="rId9"/>
    <p:sldId id="298" r:id="rId10"/>
    <p:sldId id="29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0D2FF367-04AE-A661-A61F-C9E9BB17C947}" name="Amin Moubariki" initials="AM" userId="S::amin.moubariki@hva.nl::3de5ad52-2d82-4133-b707-7380477e86f6" providerId="AD"/>
  <p188:author id="{7AEAF4B0-2C3B-89DE-9CD7-B1A05DA984B5}" name="Miguel Schagen" initials="MS" userId="S::miguel.schagen@hva.nl::90428ed7-ae0d-495d-b4a1-8a1672cc2113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A1C468-49A3-CEF8-2322-2E1F6DAF98F8}" v="48" dt="2025-05-14T18:19:43.097"/>
    <p1510:client id="{421D2544-E9F6-1EA2-682E-47A6A850A2B6}" v="130" dt="2025-05-15T08:37:04.362"/>
    <p1510:client id="{64CA6806-4283-1A3A-D30A-7317E52216B2}" v="446" dt="2025-05-14T18:05:34.626"/>
  </p1510:revLst>
</p1510:revInfo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792"/>
        <p:guide pos="3144"/>
        <p:guide orient="horz" pos="96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nl-NL"/>
              <a:t>Amin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0895658-EA1F-4910-80AB-4DA76E167475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7A5C0-9787-66AE-A3C6-58EF91A4A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8D489B2B-FF7A-F07F-58DE-6B1535C35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0712E38F-56D1-58D8-E152-782337F08D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nl-NL" err="1"/>
              <a:t>Amin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7B980EC-55E7-D5F2-BF6D-BB5D9B38B9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0895658-EA1F-4910-80AB-4DA76E167475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453624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65F1E-27E6-E3B5-7224-5DB43D586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A45D3E6F-1445-A83F-7493-47926BBB00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1DB80725-C0EF-32D8-5178-9BCF4334DA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nl-NL" err="1"/>
              <a:t>Amin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A1D3C66-D7FD-E2CE-41B1-07883BB8B9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0895658-EA1F-4910-80AB-4DA76E167475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804118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F60E1-8E76-07E4-FCAF-7FB20C36C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3E9B4F5-7954-1149-4CBD-B8D6BD8ED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0B803BED-308E-B5AA-594B-21C7FAEDF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nl-NL" err="1"/>
              <a:t>Amin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0B354D6-4EC6-EC35-900C-6AE80D40DB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0895658-EA1F-4910-80AB-4DA76E167475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557112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0F319-33DB-BCDF-48D8-0C65C65D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AC50508C-8D82-716E-77FB-45FCFBEFBC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78531B64-EE13-D24E-00D9-3D50C28F79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nl-NL" err="1"/>
              <a:t>Amin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311DD46-2540-79B1-FA83-CD10B4C8CC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0895658-EA1F-4910-80AB-4DA76E167475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25529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‹nr.›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/>
              <a:t>Click to add text </a:t>
            </a:r>
          </a:p>
          <a:p>
            <a:pPr marL="685800" lvl="1" indent="-228600"/>
            <a:r>
              <a:rPr lang="en-US"/>
              <a:t>Second level</a:t>
            </a:r>
          </a:p>
          <a:p>
            <a:pPr marL="1143000" lvl="2" indent="-228600"/>
            <a:r>
              <a:rPr lang="en-US"/>
              <a:t>Third level</a:t>
            </a:r>
          </a:p>
          <a:p>
            <a:pPr marL="1600200" lvl="3" indent="-228600"/>
            <a:r>
              <a:rPr lang="en-US"/>
              <a:t>Fourth level</a:t>
            </a:r>
          </a:p>
          <a:p>
            <a:pPr marL="2057400" lvl="4" indent="-228600"/>
            <a:r>
              <a:rPr lang="en-US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insert table</a:t>
            </a:r>
          </a:p>
          <a:p>
            <a:endParaRPr lang="en-US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+ afbeelding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rtlCol="0"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nl-NL" noProof="0"/>
              <a:t>Klik om titel toe te voegen</a:t>
            </a:r>
          </a:p>
        </p:txBody>
      </p:sp>
      <p:sp>
        <p:nvSpPr>
          <p:cNvPr id="63" name="Tijdelijke aanduiding voor afbeelding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nl-NL" noProof="0"/>
              <a:t>Klik pictogram om afbeelding in te voegen</a:t>
            </a:r>
          </a:p>
        </p:txBody>
      </p:sp>
      <p:grpSp>
        <p:nvGrpSpPr>
          <p:cNvPr id="4" name="Groe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nl-NL" noProof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nl-NL" noProof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nl-NL" noProof="0"/>
            </a:p>
          </p:txBody>
        </p:sp>
        <p:pic>
          <p:nvPicPr>
            <p:cNvPr id="13" name="Afbeelding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nl-NL" noProof="0"/>
            </a:p>
          </p:txBody>
        </p:sp>
        <p:pic>
          <p:nvPicPr>
            <p:cNvPr id="11" name="Afbeelding 10" descr="Een zwart-wit gestreept patroon&#10;&#10;Beschrijving automatisch gegenereerd met lage betrouwbaarheid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4506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240">
          <p15:clr>
            <a:srgbClr val="FBAE40"/>
          </p15:clr>
        </p15:guide>
        <p15:guide id="4" orient="horz" pos="2260">
          <p15:clr>
            <a:srgbClr val="FBAE40"/>
          </p15:clr>
        </p15:guide>
        <p15:guide id="5" pos="729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ee inhoud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rtlCol="0"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nl-NL" noProof="0"/>
              <a:t>KLIK OM TITEL TOE TE VOEGEN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nl-NL" noProof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nl-NL" noProof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nl-NL" noProof="0"/>
            </a:p>
          </p:txBody>
        </p:sp>
        <p:pic>
          <p:nvPicPr>
            <p:cNvPr id="12" name="Afbeelding 11" descr="Een zwart-wit gestreept patroon&#10;&#10;Beschrijving automatisch gegenereerd met lage betrouwbaarheid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nl-NL" noProof="0"/>
            </a:p>
          </p:txBody>
        </p:sp>
        <p:pic>
          <p:nvPicPr>
            <p:cNvPr id="26" name="Afbeelding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nl-NL" noProof="0"/>
            </a:p>
          </p:txBody>
        </p:sp>
        <p:pic>
          <p:nvPicPr>
            <p:cNvPr id="31" name="Afbeelding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Tijdelijke aanduiding voor datum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62DA1A73-5ED1-4AFE-8F1C-FC0FC735E4A2}" type="datetime1">
              <a:rPr lang="nl-NL" noProof="0" smtClean="0"/>
              <a:t>16-5-2025</a:t>
            </a:fld>
            <a:endParaRPr lang="nl-NL" noProof="0"/>
          </a:p>
        </p:txBody>
      </p:sp>
      <p:sp>
        <p:nvSpPr>
          <p:cNvPr id="33" name="Tijdelijke aanduiding voor voettekst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nl-NL" noProof="0"/>
              <a:t>Titel van presentatie</a:t>
            </a:r>
          </a:p>
        </p:txBody>
      </p:sp>
      <p:sp>
        <p:nvSpPr>
          <p:cNvPr id="34" name="Tijdelijke aanduiding voor dianumm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nl-NL" noProof="0" smtClean="0"/>
              <a:pPr rtl="0"/>
              <a:t>‹nr.›</a:t>
            </a:fld>
            <a:endParaRPr lang="nl-NL" noProof="0"/>
          </a:p>
        </p:txBody>
      </p:sp>
      <p:sp>
        <p:nvSpPr>
          <p:cNvPr id="6" name="Tijdelijke aanduiding voor inhoud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 rtl="0"/>
            <a:r>
              <a:rPr lang="nl-NL" noProof="0"/>
              <a:t>Klik om inhoud toe te voegen</a:t>
            </a:r>
          </a:p>
          <a:p>
            <a:pPr lvl="1" rtl="0"/>
            <a:r>
              <a:rPr lang="nl-NL" noProof="0"/>
              <a:t>Tweede niveau</a:t>
            </a:r>
          </a:p>
          <a:p>
            <a:pPr lvl="2" rtl="0"/>
            <a:r>
              <a:rPr lang="nl-NL" noProof="0"/>
              <a:t>Derde niveau</a:t>
            </a:r>
          </a:p>
          <a:p>
            <a:pPr lvl="3" rtl="0"/>
            <a:r>
              <a:rPr lang="nl-NL" noProof="0"/>
              <a:t>Vierde niveau</a:t>
            </a:r>
          </a:p>
          <a:p>
            <a:pPr lvl="4" rtl="0"/>
            <a:r>
              <a:rPr lang="nl-NL" noProof="0"/>
              <a:t>Vijfde niveau</a:t>
            </a:r>
          </a:p>
        </p:txBody>
      </p:sp>
      <p:sp>
        <p:nvSpPr>
          <p:cNvPr id="7" name="Tijdelijke aanduiding voor inhoud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 rtl="0"/>
            <a:r>
              <a:rPr lang="nl-NL" noProof="0"/>
              <a:t>Klik om inhoud toe te voegen</a:t>
            </a:r>
          </a:p>
          <a:p>
            <a:pPr lvl="1" rtl="0"/>
            <a:r>
              <a:rPr lang="nl-NL" noProof="0"/>
              <a:t>Tweede niveau</a:t>
            </a:r>
          </a:p>
          <a:p>
            <a:pPr lvl="2" rtl="0"/>
            <a:r>
              <a:rPr lang="nl-NL" noProof="0"/>
              <a:t>Derde niveau</a:t>
            </a:r>
          </a:p>
          <a:p>
            <a:pPr lvl="3" rtl="0"/>
            <a:r>
              <a:rPr lang="nl-NL" noProof="0"/>
              <a:t>Vierde niveau</a:t>
            </a:r>
          </a:p>
          <a:p>
            <a:pPr lvl="4" rtl="0"/>
            <a:r>
              <a:rPr lang="nl-NL" noProof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74323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  <p:sldLayoutId id="2147483705" r:id="rId14"/>
    <p:sldLayoutId id="2147483706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559" y="677918"/>
            <a:ext cx="7249505" cy="3590596"/>
          </a:xfrm>
        </p:spPr>
        <p:txBody>
          <a:bodyPr>
            <a:normAutofit/>
          </a:bodyPr>
          <a:lstStyle/>
          <a:p>
            <a:pPr algn="ctr"/>
            <a:r>
              <a:rPr lang="en-US" sz="4800"/>
              <a:t>Sprint review 1</a:t>
            </a:r>
            <a:br>
              <a:rPr lang="en-US" sz="4800"/>
            </a:br>
            <a:endParaRPr lang="en-US" sz="4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CAC169-C100-2F77-1C44-8C67719C7B4A}"/>
              </a:ext>
            </a:extLst>
          </p:cNvPr>
          <p:cNvSpPr txBox="1"/>
          <p:nvPr/>
        </p:nvSpPr>
        <p:spPr>
          <a:xfrm>
            <a:off x="5148595" y="3532215"/>
            <a:ext cx="5595431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nl-NL">
                <a:solidFill>
                  <a:schemeClr val="bg1"/>
                </a:solidFill>
              </a:rPr>
              <a:t>Indigo van Hoof, Mike Schardijn, Jan Vos, </a:t>
            </a:r>
            <a:r>
              <a:rPr lang="nl-NL" err="1">
                <a:solidFill>
                  <a:schemeClr val="bg1"/>
                </a:solidFill>
              </a:rPr>
              <a:t>Darian</a:t>
            </a:r>
            <a:r>
              <a:rPr lang="nl-NL">
                <a:solidFill>
                  <a:schemeClr val="bg1"/>
                </a:solidFill>
              </a:rPr>
              <a:t> </a:t>
            </a:r>
            <a:r>
              <a:rPr lang="nl-NL" err="1">
                <a:solidFill>
                  <a:schemeClr val="bg1"/>
                </a:solidFill>
              </a:rPr>
              <a:t>Kardjo</a:t>
            </a:r>
            <a:r>
              <a:rPr lang="nl-NL">
                <a:solidFill>
                  <a:schemeClr val="bg1"/>
                </a:solidFill>
              </a:rPr>
              <a:t>, Victor </a:t>
            </a:r>
            <a:r>
              <a:rPr lang="nl-NL" err="1">
                <a:solidFill>
                  <a:schemeClr val="bg1"/>
                </a:solidFill>
              </a:rPr>
              <a:t>Hoegy</a:t>
            </a:r>
            <a:r>
              <a:rPr lang="nl-NL">
                <a:solidFill>
                  <a:schemeClr val="bg1"/>
                </a:solidFill>
              </a:rPr>
              <a:t>, Richard van Breugel &amp; Bryan van </a:t>
            </a:r>
            <a:r>
              <a:rPr lang="nl-NL" err="1">
                <a:solidFill>
                  <a:schemeClr val="bg1"/>
                </a:solidFill>
              </a:rPr>
              <a:t>Riesen</a:t>
            </a:r>
            <a:endParaRPr lang="nl-NL">
              <a:solidFill>
                <a:schemeClr val="bg1"/>
              </a:solidFill>
            </a:endParaRPr>
          </a:p>
          <a:p>
            <a:pPr algn="ctr"/>
            <a:endParaRPr lang="nl-NL">
              <a:solidFill>
                <a:schemeClr val="bg1"/>
              </a:solidFill>
            </a:endParaRPr>
          </a:p>
          <a:p>
            <a:pPr algn="ctr"/>
            <a:r>
              <a:rPr lang="nl-NL">
                <a:solidFill>
                  <a:schemeClr val="bg1"/>
                </a:solidFill>
              </a:rPr>
              <a:t>15-05-2025</a:t>
            </a:r>
          </a:p>
        </p:txBody>
      </p:sp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5A73B285-389C-A731-9ABB-197A75621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8285" y="5997171"/>
            <a:ext cx="2943690" cy="625612"/>
          </a:xfrm>
          <a:prstGeom prst="rect">
            <a:avLst/>
          </a:prstGeom>
        </p:spPr>
      </p:pic>
      <p:pic>
        <p:nvPicPr>
          <p:cNvPr id="7" name="Afbeelding 6" descr="Afbeelding met tekst, Lettertype, logo, Graphics&#10;&#10;Door AI gegenereerde inhoud is mogelijk onjuist.">
            <a:extLst>
              <a:ext uri="{FF2B5EF4-FFF2-40B4-BE49-F238E27FC236}">
                <a16:creationId xmlns:a16="http://schemas.microsoft.com/office/drawing/2014/main" id="{B6171F49-DDD7-4F8E-1343-B06B3239AD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270" y="5700941"/>
            <a:ext cx="2200734" cy="122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1362456"/>
          </a:xfrm>
        </p:spPr>
        <p:txBody>
          <a:bodyPr anchor="t">
            <a:normAutofit/>
          </a:bodyPr>
          <a:lstStyle/>
          <a:p>
            <a:r>
              <a:rPr lang="en-US"/>
              <a:t>Agenda</a:t>
            </a:r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69501" y="1571490"/>
            <a:ext cx="5101980" cy="460701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§"/>
            </a:pPr>
            <a:endParaRPr lang="en-US"/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/>
              <a:t>Achievements</a:t>
            </a:r>
          </a:p>
          <a:p>
            <a:pPr marL="1028700" lvl="1" indent="-571500">
              <a:buFont typeface="Courier New" panose="05000000000000000000" pitchFamily="2" charset="2"/>
              <a:buChar char="o"/>
            </a:pPr>
            <a:r>
              <a:rPr lang="en-US" sz="1400"/>
              <a:t>What user stories did we finish?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/>
              <a:t>Refinements</a:t>
            </a:r>
          </a:p>
          <a:p>
            <a:pPr marL="1028700" lvl="1" indent="-571500">
              <a:buFont typeface="Courier New" panose="05000000000000000000" pitchFamily="2" charset="2"/>
              <a:buChar char="o"/>
            </a:pPr>
            <a:r>
              <a:rPr lang="en-US" sz="1400"/>
              <a:t>What user stories should have been altered?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/>
              <a:t>Additions</a:t>
            </a:r>
          </a:p>
          <a:p>
            <a:pPr marL="1028700" lvl="1" indent="-571500">
              <a:buFont typeface="Courier New" panose="05000000000000000000" pitchFamily="2" charset="2"/>
              <a:buChar char="o"/>
            </a:pPr>
            <a:r>
              <a:rPr lang="en-US" sz="1400"/>
              <a:t>What new user stories should be added?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/>
              <a:t>Removals</a:t>
            </a:r>
          </a:p>
          <a:p>
            <a:pPr marL="1028700" lvl="1" indent="-571500">
              <a:buFont typeface="Courier New" panose="05000000000000000000" pitchFamily="2" charset="2"/>
              <a:buChar char="o"/>
            </a:pPr>
            <a:r>
              <a:rPr lang="en-US" sz="1400"/>
              <a:t>What user stories should be removed?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/>
              <a:t>Priorities</a:t>
            </a:r>
          </a:p>
          <a:p>
            <a:pPr marL="1028700" lvl="1" indent="-571500">
              <a:buFont typeface="Courier New" panose="05000000000000000000" pitchFamily="2" charset="2"/>
              <a:buChar char="o"/>
            </a:pPr>
            <a:r>
              <a:rPr lang="en-US" sz="1400"/>
              <a:t>What user stories were the most important?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10" name="Afbeelding 9" descr="Scrum Sprint | Product Management Framework | Infinity">
            <a:extLst>
              <a:ext uri="{FF2B5EF4-FFF2-40B4-BE49-F238E27FC236}">
                <a16:creationId xmlns:a16="http://schemas.microsoft.com/office/drawing/2014/main" id="{ECDECF96-862B-A6A4-DD04-9E81CC79B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079" y="1460931"/>
            <a:ext cx="6066576" cy="4709652"/>
          </a:xfrm>
          <a:prstGeom prst="rect">
            <a:avLst/>
          </a:prstGeom>
          <a:noFill/>
        </p:spPr>
      </p:pic>
      <p:pic>
        <p:nvPicPr>
          <p:cNvPr id="11" name="Afbeelding 10" descr="Curved Arrow PNG Transparent HD Photo | PNG Mart">
            <a:extLst>
              <a:ext uri="{FF2B5EF4-FFF2-40B4-BE49-F238E27FC236}">
                <a16:creationId xmlns:a16="http://schemas.microsoft.com/office/drawing/2014/main" id="{85FD3391-9E7B-9F43-D9DE-2FA1FE799E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679129" y="239609"/>
            <a:ext cx="3205909" cy="266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1362456"/>
          </a:xfrm>
        </p:spPr>
        <p:txBody>
          <a:bodyPr rtlCol="0">
            <a:normAutofit/>
          </a:bodyPr>
          <a:lstStyle/>
          <a:p>
            <a:r>
              <a:rPr lang="en-US" sz="3600"/>
              <a:t>Achievements</a:t>
            </a:r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nl-NL" smtClean="0"/>
              <a:pPr rtl="0"/>
              <a:t>3</a:t>
            </a:fld>
            <a:endParaRPr lang="nl-NL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/>
        </p:nvSpPr>
        <p:spPr>
          <a:xfrm>
            <a:off x="700903" y="2258568"/>
            <a:ext cx="7243081" cy="40835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>
              <a:ea typeface="+mn-lt"/>
              <a:cs typeface="+mn-lt"/>
            </a:endParaRPr>
          </a:p>
          <a:p>
            <a:pPr marL="742950" lvl="1" indent="-285750">
              <a:buFont typeface="Wingdings" panose="020B0604020202020204" pitchFamily="34" charset="0"/>
              <a:buChar char="§"/>
            </a:pPr>
            <a:endParaRPr lang="nl-NL">
              <a:ea typeface="+mn-lt"/>
              <a:cs typeface="+mn-lt"/>
            </a:endParaRPr>
          </a:p>
        </p:txBody>
      </p:sp>
      <p:pic>
        <p:nvPicPr>
          <p:cNvPr id="6" name="Afbeelding 5" descr="GitLab full logo transparent PNG - StickPNG">
            <a:extLst>
              <a:ext uri="{FF2B5EF4-FFF2-40B4-BE49-F238E27FC236}">
                <a16:creationId xmlns:a16="http://schemas.microsoft.com/office/drawing/2014/main" id="{015F7D65-EAAC-D91C-82A0-44E90B71C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798" y="2253524"/>
            <a:ext cx="5286260" cy="298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813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BAA54-F94C-4A39-8CDF-78EC49E31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C426B39-87C3-C8E3-6B99-0A2294E05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1362456"/>
          </a:xfrm>
        </p:spPr>
        <p:txBody>
          <a:bodyPr rtlCol="0">
            <a:normAutofit/>
          </a:bodyPr>
          <a:lstStyle/>
          <a:p>
            <a:r>
              <a:rPr lang="en-US" sz="3600">
                <a:solidFill>
                  <a:srgbClr val="224E7F"/>
                </a:solidFill>
              </a:rPr>
              <a:t>Refinements</a:t>
            </a:r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4D57AB9-1385-0F5B-6686-99BA6DCF0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nl-NL" smtClean="0"/>
              <a:pPr rtl="0"/>
              <a:t>4</a:t>
            </a:fld>
            <a:endParaRPr lang="nl-NL"/>
          </a:p>
        </p:txBody>
      </p:sp>
      <p:pic>
        <p:nvPicPr>
          <p:cNvPr id="2" name="Afbeelding 1" descr="GitLab full logo transparent PNG - StickPNG">
            <a:extLst>
              <a:ext uri="{FF2B5EF4-FFF2-40B4-BE49-F238E27FC236}">
                <a16:creationId xmlns:a16="http://schemas.microsoft.com/office/drawing/2014/main" id="{5D87994A-1FE8-B708-2676-E626A9ECC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798" y="2253524"/>
            <a:ext cx="5286260" cy="298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266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2C007-82C8-1CEA-123F-A9B798D56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99A79A33-38FE-85DC-8C6B-5AD51772B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1362456"/>
          </a:xfrm>
        </p:spPr>
        <p:txBody>
          <a:bodyPr rtlCol="0">
            <a:normAutofit/>
          </a:bodyPr>
          <a:lstStyle/>
          <a:p>
            <a:r>
              <a:rPr lang="en-US" sz="3600">
                <a:solidFill>
                  <a:srgbClr val="224E7F"/>
                </a:solidFill>
              </a:rPr>
              <a:t>Additions</a:t>
            </a:r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B7BB245-77DB-AF1B-85FB-7566626E8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nl-NL" smtClean="0"/>
              <a:pPr rtl="0"/>
              <a:t>5</a:t>
            </a:fld>
            <a:endParaRPr lang="nl-NL"/>
          </a:p>
        </p:txBody>
      </p:sp>
      <p:pic>
        <p:nvPicPr>
          <p:cNvPr id="5" name="Afbeelding 4" descr="GitLab full logo transparent PNG - StickPNG">
            <a:extLst>
              <a:ext uri="{FF2B5EF4-FFF2-40B4-BE49-F238E27FC236}">
                <a16:creationId xmlns:a16="http://schemas.microsoft.com/office/drawing/2014/main" id="{10F894FB-F7B3-892B-CE98-8B9AEA362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798" y="2253524"/>
            <a:ext cx="5286260" cy="298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373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11D85-0602-7837-AA5D-5BE5B137B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796F471-947B-B3F1-7AE0-9797A52D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1362456"/>
          </a:xfrm>
        </p:spPr>
        <p:txBody>
          <a:bodyPr rtlCol="0">
            <a:normAutofit/>
          </a:bodyPr>
          <a:lstStyle/>
          <a:p>
            <a:r>
              <a:rPr lang="en-US" sz="3600">
                <a:solidFill>
                  <a:srgbClr val="224E7F"/>
                </a:solidFill>
              </a:rPr>
              <a:t>Removals</a:t>
            </a:r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5098F17-1281-881A-E91D-2FA9880ED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nl-NL" smtClean="0"/>
              <a:pPr rtl="0"/>
              <a:t>6</a:t>
            </a:fld>
            <a:endParaRPr lang="nl-NL"/>
          </a:p>
        </p:txBody>
      </p:sp>
      <p:pic>
        <p:nvPicPr>
          <p:cNvPr id="5" name="Afbeelding 4" descr="GitLab full logo transparent PNG - StickPNG">
            <a:extLst>
              <a:ext uri="{FF2B5EF4-FFF2-40B4-BE49-F238E27FC236}">
                <a16:creationId xmlns:a16="http://schemas.microsoft.com/office/drawing/2014/main" id="{B62D155B-03A1-050B-65B8-5DABCD0EA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798" y="2253524"/>
            <a:ext cx="5286260" cy="298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200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92ED0-94E2-007E-6B64-06E4A52AF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72413226-CDA7-8DAC-EF2F-CAB2B91E5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1362456"/>
          </a:xfrm>
        </p:spPr>
        <p:txBody>
          <a:bodyPr rtlCol="0">
            <a:normAutofit/>
          </a:bodyPr>
          <a:lstStyle/>
          <a:p>
            <a:r>
              <a:rPr lang="en-US" sz="3600">
                <a:solidFill>
                  <a:srgbClr val="224E7F"/>
                </a:solidFill>
              </a:rPr>
              <a:t>Priorities</a:t>
            </a:r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3DDD8A3-18F9-1507-2300-F5B3D8114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nl-NL" smtClean="0"/>
              <a:pPr rtl="0"/>
              <a:t>7</a:t>
            </a:fld>
            <a:endParaRPr lang="nl-NL"/>
          </a:p>
        </p:txBody>
      </p:sp>
      <p:pic>
        <p:nvPicPr>
          <p:cNvPr id="5" name="Afbeelding 4" descr="GitLab full logo transparent PNG - StickPNG">
            <a:extLst>
              <a:ext uri="{FF2B5EF4-FFF2-40B4-BE49-F238E27FC236}">
                <a16:creationId xmlns:a16="http://schemas.microsoft.com/office/drawing/2014/main" id="{0FDD9DB6-7794-2B55-E2B0-DFBD7FCA0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798" y="2253524"/>
            <a:ext cx="5286260" cy="298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18143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B5DFC9F6476743B0B1E4FE895FF956" ma:contentTypeVersion="3" ma:contentTypeDescription="Een nieuw document maken." ma:contentTypeScope="" ma:versionID="af637bd126974f548309af0883df1537">
  <xsd:schema xmlns:xsd="http://www.w3.org/2001/XMLSchema" xmlns:xs="http://www.w3.org/2001/XMLSchema" xmlns:p="http://schemas.microsoft.com/office/2006/metadata/properties" xmlns:ns2="f346ecb7-032e-4762-82a4-331bdfe39a83" targetNamespace="http://schemas.microsoft.com/office/2006/metadata/properties" ma:root="true" ma:fieldsID="1437facbaa276f8206f3d53db9f888bd" ns2:_="">
    <xsd:import namespace="f346ecb7-032e-4762-82a4-331bdfe39a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46ecb7-032e-4762-82a4-331bdfe39a8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878CB6A-06A1-4F59-A4CE-793410FFA503}">
  <ds:schemaRefs>
    <ds:schemaRef ds:uri="f346ecb7-032e-4762-82a4-331bdfe39a8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65614A-92F9-4391-AC3D-F3F5B0704F99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{C197C434-4C2E-46E0-81A6-BB7646252FDD}tf33968143_win32</Template>
  <Application>Microsoft Office PowerPoint</Application>
  <PresentationFormat>Breedbeeld</PresentationFormat>
  <Slides>7</Slides>
  <Notes>7</Notes>
  <HiddenSlides>0</HiddenSlides>
  <ScaleCrop>false</ScaleCrop>
  <HeadingPairs>
    <vt:vector size="4" baseType="variant">
      <vt:variant>
        <vt:lpstr>Thema</vt:lpstr>
      </vt:variant>
      <vt:variant>
        <vt:i4>1</vt:i4>
      </vt:variant>
      <vt:variant>
        <vt:lpstr>Diatitels</vt:lpstr>
      </vt:variant>
      <vt:variant>
        <vt:i4>7</vt:i4>
      </vt:variant>
    </vt:vector>
  </HeadingPairs>
  <TitlesOfParts>
    <vt:vector size="8" baseType="lpstr">
      <vt:lpstr>Custom</vt:lpstr>
      <vt:lpstr>Sprint review 1 </vt:lpstr>
      <vt:lpstr>Agenda</vt:lpstr>
      <vt:lpstr>Achievements</vt:lpstr>
      <vt:lpstr>Refinements</vt:lpstr>
      <vt:lpstr>Additions</vt:lpstr>
      <vt:lpstr>Removals</vt:lpstr>
      <vt:lpstr>Priorities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Schagen</dc:creator>
  <cp:revision>2</cp:revision>
  <dcterms:created xsi:type="dcterms:W3CDTF">2025-01-09T12:10:20Z</dcterms:created>
  <dcterms:modified xsi:type="dcterms:W3CDTF">2025-05-16T12:19:33Z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0x010100B5B5DFC9F6476743B0B1E4FE895FF956</vt:lpwstr>
  </property>
</Properties>
</file>